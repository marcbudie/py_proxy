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89B4FA"/>
                </a:solidFill>
              </a:rPr>
              <a:t>py_proxy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0DA"/>
                </a:solidFill>
              </a:rPr>
              <a:t>Pure TCP SNI-proxy — transparant HTTPS-verkeer routeren
op basis van hostnaam, zonder TLS te termineren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C7086"/>
                </a:solidFill>
              </a:rPr>
              <a:t>april 2026</a:t>
            </a:r>
          </a:p>
        </p:txBody>
      </p:sp>
      <p:sp>
        <p:nvSpPr>
          <p:cNvPr id="6" name="Oval 5"/>
          <p:cNvSpPr/>
          <p:nvPr/>
        </p:nvSpPr>
        <p:spPr>
          <a:xfrm>
            <a:off x="10058400" y="1371600"/>
            <a:ext cx="1645920" cy="164592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2926080"/>
            <a:ext cx="2286000" cy="2286000"/>
          </a:xfrm>
          <a:prstGeom prst="ellipse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4389120"/>
            <a:ext cx="1097280" cy="1097280"/>
          </a:xfrm>
          <a:prstGeom prst="ellipse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Wat is py_proxy?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Pure TCP SNI-proxy — TLS wordt NIET getermineerd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Leest de SNI-hostnaam uit de TLS ClientHello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68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Eén Python-bestand: proxy.py — geen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Runtime configuratie via config.json (live herladen)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Draait als systemd-service of Podman-container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Admin UI op HTTPS + TOTP/OTP-authenticatie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Netwerkarchitectuur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57432" cy="5394960"/>
          </a:xfrm>
          <a:prstGeom prst="rect">
            <a:avLst/>
          </a:prstGeom>
          <a:solidFill>
            <a:srgbClr val="11111B"/>
          </a:solidFill>
          <a:ln w="12700">
            <a:solidFill>
              <a:srgbClr val="6C7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Internet
  │
  ├─ :443  ──► proxy:8444  ──► SNI router ──► backend per hostname
  │                               │
  │                               ├─ voorbeeld.nl  ──► 192.168.1.10:443
  │                               ├─ andere.nl     ──► 192.168.1.11:443
  │                               └─ [uitgeschakeld] ──► 503 pagina
  │
  ├─ :2222 ──► proxy:2222  ──► tcp_route ──► 192.168.2.76:22  (SSH)
  └─ :300  ──► proxy:3333  ──► tcp_route ──► 192.168.2.76:300 (ThinLinc)
Admin UI (poort 9443) ──► alleen via SNI-route proxy.budie.eu
                          (niet direct open in firewall)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086"/>
                </a:solidFill>
              </a:rPr>
              <a:t>Verkeer wordt transparant doorgestuurd — het backend-certificaat blijft intact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TLS-terminatie voor HTTP-backends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0DA"/>
                </a:solidFill>
              </a:rPr>
              <a:t>Instelling in Admin UI: checkbox "HTTP backend (TLS termineren)"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Activeer met  "tls_terminate": true  per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Proxy termineert TLS aan client-kant (wildcard of per-route cert)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Stuurt gedecrypteerde HTTP door naar de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🏷️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6624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Host-header wordt herschreven naar het backend-adres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821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X-Forwarded-For header automatisch toegevoegd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Idle-timeout na 30 seconden (keep-alive sessies)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TCP-routes &amp; Auto-uitschakelen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TCP-routes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Plain TCP zonder TLS (SSH, RDP, 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Sleutel = luisterpoort (string)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Geen SNI-inspectie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Uitgeschakeld → verbinding direct verbroken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Toggle via UI, Telegram of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Auto-uitschakelen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6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"auto_disable_minutes": N  per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7396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0 = nooit automatisch uitschakelen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6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Timer start bij inschakelen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7356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7396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Controle elke 15 seconden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Telegram-melding bij auto-uitschakelen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35661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7396" y="356616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UI toont oranje afteltimer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48756" y="868680"/>
            <a:ext cx="36576" cy="5852160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Admin UI  —  https://&lt;host&gt;:9443/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HTTPS verplicht — proxy weigert te starten zonder cert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Authenticatie via TOTP (Google Authenticator) of legacy OTP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68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Overzicht alle TLS- en TCP-routes met aan/uit-toggle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Route toevoegen via formulier (hostname, host, poort, label)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🗑️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Route verwijderen met bevestigingsdialoog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Wijzigingen direct actief — geen herstart nodig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58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⏱️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Auto-uitschakelen instellen per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Authenticatie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TOTP (aanbevolen)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Google Authenticator / Authy / Bitwarden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20 bytes (160 bits) geheim — cryptografisch veilig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Constante-tijd vergelijking (hmac.compare_digest)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Replay-bescherming via gebruikte time-steps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Telegram-melding bij elke inlog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Setup via /totp-setup in de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Legacy OTP (fallback)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7396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8-cijferige code via e-mail én Telegram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6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Geldig 5 minuten, eenmalig bruikbaar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7356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7396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Rate limit: 60 seconden tussen aanvragen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Blokkering na 10 foutieve pogingen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7396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Sessiecookie: HttpOnly; Secure; SameSite=Strict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7356" y="35661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7396" y="356616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Sliding expiry: 30 minuten inactiviteit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756" y="868680"/>
            <a:ext cx="36576" cy="5852160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Telegram-bot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0DA"/>
                </a:solidFill>
              </a:rPr>
              <a:t>Draait als asyncio-task naast de proxy — geen apart proces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/status  — uptime, verbindingen, toggle-knoppen per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/logs    — laatste 30 regels uit journald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/reload  — config herladen (geen herstart)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6624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/restart — service herstarten via systemctl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821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/cert    — vervaldatums van alle certificaten (🟢🟡🔴)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Proactieve meldingen: start, backend onbereikbaar, dagelijks rapport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330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initData HMAC-validatie + auth_date tijdvenster (24 uur)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Installatie &amp; Deployen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57432" cy="5394960"/>
          </a:xfrm>
          <a:prstGeom prst="rect">
            <a:avLst/>
          </a:prstGeom>
          <a:solidFill>
            <a:srgbClr val="11111B"/>
          </a:solidFill>
          <a:ln w="12700">
            <a:solidFill>
              <a:srgbClr val="6C7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# Interactief (kies systemd of container)
sudo bash install.sh
# Altijd systemd
sudo bash install.sh --systemd
# Altijd Podman-container (beheerd door systemd)
sudo bash install.sh --container
# Config herladen (SIGHUP — geen herstart)
systemctl reload  py-proxy
# Logs volgen
journalctl -u py-proxy -f
# Direct starten vanuit checkout (ontwikkeling)
python3 proxy.py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086"/>
                </a:solidFill>
              </a:rPr>
              <a:t>install.sh overschrijft nooit config.json — veilig opnieuw uitvoeren bij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Beveiliging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Systeem &amp; Netwerk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Dedicated gebruiker pyproxy (geen login 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Admin UI alleen via SNI-route (niet direct open)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config.json nooit in git (secrets)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TLS private key permissiecheck bij elke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TLS handshake timeout: 10 seconden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Verbindingen zonder geldig SNI direct verbroken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7356" y="9144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</a:rPr>
              <a:t>Applicatie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3716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7396" y="137160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html.escape() op alle foutpagina's (XSS)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6" y="18105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1810512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JSON-validatie op alle API-endpoints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7356" y="224942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7396" y="2249424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TOTP: secrets.token_bytes(20) — niet 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268833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2688336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OTP: secrets.randbelow() — niet random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7356" y="31272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7396" y="312724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Gevoelige data gefilterd in /logs (Telegram)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7356" y="35661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8BA8"/>
                </a:solidFill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7396" y="3566160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SMTP via SSL/TLS — nooit plaintext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8756" y="868680"/>
            <a:ext cx="36576" cy="5852160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config.json — overzicht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57432" cy="5394960"/>
          </a:xfrm>
          <a:prstGeom prst="rect">
            <a:avLst/>
          </a:prstGeom>
          <a:solidFill>
            <a:srgbClr val="11111B"/>
          </a:solidFill>
          <a:ln w="12700">
            <a:solidFill>
              <a:srgbClr val="6C7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{
  "listen_host": "0.0.0.0",
  "listen_ports": [8444],
  "tls_routes": {
    "voorbeeld.nl": {"host": "192.168.1.10", "port": 443,
                     "name": "label", "enabled": true},
    "mijnsite.nl":  {"host": "192.168.1.10", "port": 80,
                     "name": "mijnsite", "enabled": true,
                     "tls_terminate": true,
                     "auto_disable_minutes": 60}
  },
  "tcp_routes": {
    "2222": {"host": "192.168.1.10", "port": 22,
             "name": "ssh", "enabled": true}
  },
  "tls_cert": "/pad/naar/wildcard.crt",
  "tls_key":  "/pad/naar/wildcard.key",
  "telegram": {"bot_token": "...", "allowed_chat_ids": [123456789]}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C7086"/>
                </a:solidFill>
              </a:rPr>
              <a:t>Live herladen via SIGHUP (systemctl reload) — geen herstart nodig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Samenvatting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SNI-proxy: transparant routeren zonder TLS te breken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Asyncio: efficiënt en lichtgewicht — één Python-bestand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568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Live configuratie via config.json + SIGHUP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323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Veilig: TOTP, rate-limiting, sessie-management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Telegram-bot + Admin UI voor eenvoudig beheer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Flexibel: systemd of Podman-container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58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Auto-uitschakelen, naam-groepering, TLS-terminatie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